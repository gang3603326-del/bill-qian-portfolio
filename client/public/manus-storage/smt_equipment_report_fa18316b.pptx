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71030" y="1694855"/>
            <a:ext cx="4801939" cy="1325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2019 Q1 SMT 设备运行</a:t>
            </a:r>
            <a:r>
              <a:rPr lang="en-US" sz="33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33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专项分析报告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3066622" y="3198614"/>
            <a:ext cx="3010756" cy="250031"/>
          </a:xfrm>
          <a:prstGeom prst="rect">
            <a:avLst/>
          </a:prstGeom>
          <a:solidFill>
            <a:srgbClr val="800020"/>
          </a:solidFill>
          <a:ln w="9144">
            <a:solidFill>
              <a:srgbClr val="00D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6622" y="3198614"/>
            <a:ext cx="3010756" cy="250031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 DRIVEN: smt-report-expert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81688" y="4277320"/>
            <a:ext cx="795356" cy="437555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EMI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4291357" y="4413945"/>
            <a:ext cx="1570927" cy="1643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Design. We Build.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85788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71500"/>
            <a:ext cx="9144000" cy="14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20551"/>
            <a:ext cx="3963219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2019 Q1 运行概览：核心 KPI 达成情况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12409" y="1610916"/>
            <a:ext cx="233307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总停机时间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409" y="2002036"/>
            <a:ext cx="2333076" cy="901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8,267</a:t>
            </a:r>
            <a:r>
              <a:rPr lang="en-US" sz="1200" b="1" dirty="0">
                <a:solidFill>
                  <a:srgbClr val="E0E0E0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Min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3598804" y="1610916"/>
            <a:ext cx="196377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维修记录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98804" y="2002036"/>
            <a:ext cx="1963778" cy="901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359</a:t>
            </a:r>
            <a:r>
              <a:rPr lang="en-US" sz="1200" b="1" dirty="0">
                <a:solidFill>
                  <a:srgbClr val="E0E0E0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Entries</a:t>
            </a:r>
            <a:endParaRPr lang="en-US" sz="5700" dirty="0"/>
          </a:p>
        </p:txBody>
      </p:sp>
      <p:sp>
        <p:nvSpPr>
          <p:cNvPr id="10" name="Text 7"/>
          <p:cNvSpPr/>
          <p:nvPr/>
        </p:nvSpPr>
        <p:spPr>
          <a:xfrm>
            <a:off x="6215900" y="1610916"/>
            <a:ext cx="231563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瓶颈产线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5900" y="2002036"/>
            <a:ext cx="2315635" cy="901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FFFF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Bay33</a:t>
            </a:r>
            <a:endParaRPr lang="en-US" sz="5700" dirty="0"/>
          </a:p>
        </p:txBody>
      </p:sp>
      <p:sp>
        <p:nvSpPr>
          <p:cNvPr id="12" name="Shape 9"/>
          <p:cNvSpPr/>
          <p:nvPr/>
        </p:nvSpPr>
        <p:spPr>
          <a:xfrm>
            <a:off x="285750" y="3943350"/>
            <a:ext cx="8572500" cy="7715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3943350"/>
            <a:ext cx="35719" cy="771525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" y="3943350"/>
            <a:ext cx="8572500" cy="77152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2019 年第一季度数据显示，虽然整体记录条数有所下降，但单次故障的停机时间 (MTTR) 有所上升。**NXT 系列**在本季度表现</a:t>
            </a:r>
            <a:r>
              <a:rPr lang="en-US" sz="10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出较高的维护频次。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85788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71500"/>
            <a:ext cx="9144000" cy="14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20551"/>
            <a:ext cx="4242048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设备可靠性：NXT 与 DEK 的深度对比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857250"/>
            <a:ext cx="5624503" cy="400050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00125"/>
            <a:ext cx="5323880" cy="35718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1259" y="857250"/>
            <a:ext cx="2666991" cy="974341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6191259" y="857250"/>
            <a:ext cx="28575" cy="97434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6"/>
          <p:cNvSpPr/>
          <p:nvPr/>
        </p:nvSpPr>
        <p:spPr>
          <a:xfrm>
            <a:off x="6191259" y="857250"/>
            <a:ext cx="2666991" cy="97434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趋势反转</a:t>
            </a:r>
            <a:r>
              <a:rPr lang="en-US" sz="9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：本季度 NXT 系列的停机时间 </a:t>
            </a:r>
            <a:r>
              <a:rPr lang="en-US" sz="9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(2764 Min) 首次超过了 DEK (2345 </a:t>
            </a:r>
            <a:r>
              <a:rPr lang="en-US" sz="9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Min)。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91259" y="1974466"/>
            <a:ext cx="2666991" cy="974341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6191259" y="1974466"/>
            <a:ext cx="28575" cy="974341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9"/>
          <p:cNvSpPr/>
          <p:nvPr/>
        </p:nvSpPr>
        <p:spPr>
          <a:xfrm>
            <a:off x="6191259" y="1974466"/>
            <a:ext cx="2666991" cy="974341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关键型号</a:t>
            </a:r>
            <a:r>
              <a:rPr lang="en-US" sz="9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：NXT9 和 KY 表现相对稳</a:t>
            </a:r>
            <a:r>
              <a:rPr lang="en-US" sz="9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定，但 Oven (回流炉) 的停机时间有所</a:t>
            </a:r>
            <a:r>
              <a:rPr lang="en-US" sz="9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抬头。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91259" y="2885963"/>
            <a:ext cx="2666991" cy="768623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191259" y="2885963"/>
            <a:ext cx="28575" cy="76862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2"/>
          <p:cNvSpPr/>
          <p:nvPr/>
        </p:nvSpPr>
        <p:spPr>
          <a:xfrm>
            <a:off x="6191259" y="2885963"/>
            <a:ext cx="2666991" cy="76862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维护重点</a:t>
            </a:r>
            <a:r>
              <a:rPr lang="en-US" sz="9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：建议加强对 NXT 模组的二级</a:t>
            </a:r>
            <a:r>
              <a:rPr lang="en-US" sz="9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保养 (PM2)，重点检查吸嘴切换机构。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85788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71500"/>
            <a:ext cx="9144000" cy="14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20551"/>
            <a:ext cx="4026061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故障模式分布：报警与卡板问题突出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071563"/>
            <a:ext cx="4071938" cy="357187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86313" y="1700213"/>
            <a:ext cx="4071938" cy="44469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4786313" y="1700213"/>
            <a:ext cx="28575" cy="44469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5"/>
          <p:cNvSpPr/>
          <p:nvPr/>
        </p:nvSpPr>
        <p:spPr>
          <a:xfrm>
            <a:off x="4893469" y="1809155"/>
            <a:ext cx="714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报警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50719" y="1807369"/>
            <a:ext cx="22248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77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116082" y="1840409"/>
            <a:ext cx="263501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主要集中在 NXT 供料器报警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786313" y="2323505"/>
            <a:ext cx="4071938" cy="44469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786313" y="2323505"/>
            <a:ext cx="28575" cy="444698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4" name="Text 10"/>
          <p:cNvSpPr/>
          <p:nvPr/>
        </p:nvSpPr>
        <p:spPr>
          <a:xfrm>
            <a:off x="4893469" y="2432447"/>
            <a:ext cx="714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卡板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50719" y="2430661"/>
            <a:ext cx="22248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49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116082" y="2463701"/>
            <a:ext cx="263501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轨道感应器灵敏度需校准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786313" y="2946797"/>
            <a:ext cx="4071938" cy="44469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4786313" y="2946797"/>
            <a:ext cx="28575" cy="44469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5"/>
          <p:cNvSpPr/>
          <p:nvPr/>
        </p:nvSpPr>
        <p:spPr>
          <a:xfrm>
            <a:off x="4893469" y="3055739"/>
            <a:ext cx="714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移位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750719" y="3053953"/>
            <a:ext cx="22248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41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116082" y="3086993"/>
            <a:ext cx="263501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吸嘴磨损导致的取料偏差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4786313" y="3570089"/>
            <a:ext cx="4071938" cy="44469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4786313" y="3570089"/>
            <a:ext cx="28575" cy="444698"/>
          </a:xfrm>
          <a:prstGeom prst="rect">
            <a:avLst/>
          </a:prstGeom>
          <a:solidFill>
            <a:srgbClr val="1A3668"/>
          </a:solidFill>
          <a:ln/>
        </p:spPr>
      </p:sp>
      <p:sp>
        <p:nvSpPr>
          <p:cNvPr id="24" name="Text 20"/>
          <p:cNvSpPr/>
          <p:nvPr/>
        </p:nvSpPr>
        <p:spPr>
          <a:xfrm>
            <a:off x="4893469" y="3679031"/>
            <a:ext cx="714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死机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750719" y="3677245"/>
            <a:ext cx="22248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17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116082" y="3710285"/>
            <a:ext cx="263501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DEK 控制系统软件异常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85788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71500"/>
            <a:ext cx="9144000" cy="1428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20551"/>
            <a:ext cx="4763207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产线稳定性排名：Bay33 成为本季瓶颈拉号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85750" y="857250"/>
            <a:ext cx="5624503" cy="400050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D4FF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00125"/>
            <a:ext cx="5323880" cy="35718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1259" y="857250"/>
            <a:ext cx="2666991" cy="1264053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9" name="Shape 5"/>
          <p:cNvSpPr/>
          <p:nvPr/>
        </p:nvSpPr>
        <p:spPr>
          <a:xfrm>
            <a:off x="6191259" y="857250"/>
            <a:ext cx="35719" cy="1264053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6"/>
          <p:cNvSpPr/>
          <p:nvPr/>
        </p:nvSpPr>
        <p:spPr>
          <a:xfrm>
            <a:off x="6369853" y="1035844"/>
            <a:ext cx="230980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Q1 核心瓶颈产线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369853" y="1294805"/>
            <a:ext cx="2309803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Bay33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69853" y="1662708"/>
            <a:ext cx="23098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本季度累计停机 1,445 分钟，主要受 NXT 模组频繁报警影响。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6191259" y="2264178"/>
            <a:ext cx="2666991" cy="985838"/>
          </a:xfrm>
          <a:prstGeom prst="rect">
            <a:avLst/>
          </a:prstGeom>
          <a:solidFill>
            <a:srgbClr val="800020">
              <a:alpha val="20000"/>
            </a:srgbClr>
          </a:solidFill>
          <a:ln w="9144">
            <a:solidFill>
              <a:srgbClr val="80002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4" y="2432056"/>
            <a:ext cx="114300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19872" y="2407053"/>
            <a:ext cx="571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针对性对策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334134" y="2642797"/>
            <a:ext cx="238124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Bay33 产线需在下周开展专项“设备健康周”活动，重点对 NXT 模组进行深度清洁与参数校准，以降低非计划停机时间。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6191259" y="3378603"/>
            <a:ext cx="2666991" cy="1264053"/>
          </a:xfrm>
          <a:prstGeom prst="rect">
            <a:avLst/>
          </a:prstGeom>
          <a:solidFill>
            <a:srgbClr val="0A0E14"/>
          </a:solidFill>
          <a:ln/>
        </p:spPr>
      </p:sp>
      <p:sp>
        <p:nvSpPr>
          <p:cNvPr id="18" name="Shape 13"/>
          <p:cNvSpPr/>
          <p:nvPr/>
        </p:nvSpPr>
        <p:spPr>
          <a:xfrm>
            <a:off x="6191259" y="3378603"/>
            <a:ext cx="35719" cy="1264053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19" name="Text 14"/>
          <p:cNvSpPr/>
          <p:nvPr/>
        </p:nvSpPr>
        <p:spPr>
          <a:xfrm>
            <a:off x="6369853" y="3557197"/>
            <a:ext cx="230980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次席关注产线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369853" y="3816158"/>
            <a:ext cx="2309803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 Black" pitchFamily="34" charset="0"/>
                <a:ea typeface="Roboto Black" pitchFamily="34" charset="-122"/>
                <a:cs typeface="Roboto Black" pitchFamily="34" charset="-120"/>
              </a:rPr>
              <a:t>Bay12S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369853" y="4184061"/>
            <a:ext cx="23098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0E0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停机时间 1,063 分钟，较上一年度平均水平有所改善，但仍需警惕。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909042"/>
            <a:ext cx="9144000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200" b="1" spc="5" kern="0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YOU DESIGN. WE BUILD.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2766417"/>
            <a:ext cx="9144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spc="2" kern="0" dirty="0">
                <a:solidFill>
                  <a:srgbClr val="00D4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持续优化，迈向 2019 下一阶段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563434" y="3566517"/>
            <a:ext cx="1170012" cy="667941"/>
          </a:xfrm>
          <a:prstGeom prst="rect">
            <a:avLst/>
          </a:prstGeom>
          <a:solidFill>
            <a:srgbClr val="000000">
              <a:alpha val="0"/>
            </a:srgbClr>
          </a:solidFill>
          <a:ln w="36576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3434" y="3566517"/>
            <a:ext cx="1170012" cy="667941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EMI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3876322" y="3704034"/>
            <a:ext cx="2668525" cy="3929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E0E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 Manufacturing, Inc.</a:t>
            </a:r>
            <a:r>
              <a:rPr lang="en-US" sz="1200" b="1" dirty="0">
                <a:solidFill>
                  <a:srgbClr val="E0E0E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800" b="1" dirty="0">
                <a:solidFill>
                  <a:srgbClr val="E0E0E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SMT Equipment &amp; Process Engineering Team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05612" y="4741664"/>
            <a:ext cx="235263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>
                    <a:alpha val="3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POWERED BY SMT-REPORT-EXPERT SKILL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2026-06-23T08:40:26Z</dcterms:created>
  <dcterms:modified xsi:type="dcterms:W3CDTF">2026-06-23T08:40:26Z</dcterms:modified>
</cp:coreProperties>
</file>